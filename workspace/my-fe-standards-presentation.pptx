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5541" y="1194941"/>
            <a:ext cx="423277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4"/>
              </a:spcBef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my-fe-standards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10000" y="2321868"/>
            <a:ext cx="1524000" cy="507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49253" y="2931319"/>
            <a:ext cx="2245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3000"/>
              </a:spcAft>
              <a:buNone/>
            </a:pPr>
            <a:r>
              <a:rPr lang="en-US" sz="2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辅助开发平台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820175" y="3890070"/>
            <a:ext cx="35035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2.3.0 | CodeBuddy GLM-4.7 知识源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前端团队面临的挑战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634877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200"/>
              </a:spcBef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编程助手落地的三大痛点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2260253"/>
            <a:ext cx="2540050" cy="19777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2260253"/>
            <a:ext cx="0" cy="197777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2717304"/>
            <a:ext cx="20243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规范不统一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476" y="3145929"/>
            <a:ext cx="2024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团队成员各自为战，代码风格混乱，AI 生成的代码难以融入项目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01901" y="2260253"/>
            <a:ext cx="2540198" cy="19777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2260253"/>
            <a:ext cx="0" cy="197777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3427" y="2717304"/>
            <a:ext cx="202446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重复造轮子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03427" y="3145929"/>
            <a:ext cx="2024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每个项目都要重新配置规则，知识无法复用，效率低下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0" y="2260253"/>
            <a:ext cx="2540050" cy="19777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19813" y="2260253"/>
            <a:ext cx="0" cy="197777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7526" y="2717304"/>
            <a:ext cx="20243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上下文丢失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97526" y="3145929"/>
            <a:ext cx="202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不了解项目架构和历史，每次对话都要重新解释背景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三层规则架构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2540050" cy="268560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ECF0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7000" y="1311027"/>
            <a:ext cx="2501950" cy="1330077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7500" y="1704677"/>
            <a:ext cx="21633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基础规范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500" y="2120503"/>
            <a:ext cx="21633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Eager 立即加载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7000" y="2641104"/>
            <a:ext cx="2501950" cy="131742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7500" y="2971205"/>
            <a:ext cx="21633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通用的 Vue/TS/架构规范，根据项目技术栈自动分流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7500" y="3479155"/>
            <a:ext cx="21633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个规则文件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1901" y="1291977"/>
            <a:ext cx="2540198" cy="268560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ECF0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20951" y="1311027"/>
            <a:ext cx="2502098" cy="1330077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1451" y="1704677"/>
            <a:ext cx="21635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业务规范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11451" y="2120503"/>
            <a:ext cx="216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按需加载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0951" y="2641104"/>
            <a:ext cx="2502098" cy="131742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11451" y="2971205"/>
            <a:ext cx="21635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库规范（Vant、Ant Design Vue）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11451" y="3479155"/>
            <a:ext cx="21635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个规则文件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6000" y="1291977"/>
            <a:ext cx="2540050" cy="2685604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ECF0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15050" y="1311027"/>
            <a:ext cx="2501950" cy="1330077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05550" y="1704677"/>
            <a:ext cx="21633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动作规范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5550" y="2120503"/>
            <a:ext cx="21633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按需加载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15050" y="2641104"/>
            <a:ext cx="2501950" cy="131742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5550" y="2971205"/>
            <a:ext cx="21633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任务检查清单（测试、调试、重构等）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5550" y="3479155"/>
            <a:ext cx="21633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个规则文件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495127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个智能代理，自动化执行复杂任务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25253"/>
            <a:ext cx="1473101" cy="2482453"/>
          </a:xfrm>
          <a:prstGeom prst="roundRect">
            <a:avLst>
              <a:gd name="adj" fmla="val 689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2025253"/>
            <a:ext cx="1473101" cy="127635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7529" y="2368153"/>
            <a:ext cx="11139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Orchestrator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7529" y="2863453"/>
            <a:ext cx="11139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v2.2.0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350" y="3580954"/>
            <a:ext cx="119166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端到端计划任务编排，7 阶段工作流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4088606"/>
            <a:ext cx="11916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/task 命令触发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71551" y="2025253"/>
            <a:ext cx="1473250" cy="2482453"/>
          </a:xfrm>
          <a:prstGeom prst="roundRect">
            <a:avLst>
              <a:gd name="adj" fmla="val 68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71551" y="2025253"/>
            <a:ext cx="1473250" cy="127635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51129" y="2368153"/>
            <a:ext cx="1114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Analyzer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51129" y="2863453"/>
            <a:ext cx="1114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23951" y="3580954"/>
            <a:ext cx="11918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目录反模式检测、健康度评分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23951" y="4088606"/>
            <a:ext cx="1191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结构分析触发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35301" y="2025253"/>
            <a:ext cx="1473250" cy="2482453"/>
          </a:xfrm>
          <a:prstGeom prst="roundRect">
            <a:avLst>
              <a:gd name="adj" fmla="val 68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35301" y="2025253"/>
            <a:ext cx="1473250" cy="127635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14878" y="2368153"/>
            <a:ext cx="1114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14878" y="2863453"/>
            <a:ext cx="1114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87701" y="3580954"/>
            <a:ext cx="11918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XSS/CSRF/OWASP 漏洞检测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87701" y="4088606"/>
            <a:ext cx="1191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安全审查触发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99050" y="2025253"/>
            <a:ext cx="1473250" cy="2482453"/>
          </a:xfrm>
          <a:prstGeom prst="roundRect">
            <a:avLst>
              <a:gd name="adj" fmla="val 68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99050" y="2025253"/>
            <a:ext cx="1473250" cy="1276350"/>
          </a:xfrm>
          <a:prstGeom prst="rect">
            <a:avLst/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678628" y="2368153"/>
            <a:ext cx="11140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Profiler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78628" y="2863453"/>
            <a:ext cx="1114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51450" y="3580954"/>
            <a:ext cx="11918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Lighthouse/Web Vitals 诊断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51450" y="4088606"/>
            <a:ext cx="1191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性能分析触发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62800" y="2025253"/>
            <a:ext cx="1473250" cy="2482453"/>
          </a:xfrm>
          <a:prstGeom prst="roundRect">
            <a:avLst>
              <a:gd name="adj" fmla="val 68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62800" y="2025253"/>
            <a:ext cx="1473250" cy="110490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42378" y="2368153"/>
            <a:ext cx="11140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42378" y="2692003"/>
            <a:ext cx="1114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3409504"/>
            <a:ext cx="119181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复杂任务分解与风险评估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3917156"/>
            <a:ext cx="1191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规划命令触发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4683" y="407938"/>
            <a:ext cx="138172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216"/>
              </a:spcBef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62400" y="2306389"/>
            <a:ext cx="12435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4000"/>
              </a:spcAft>
              <a:buNone/>
            </a:pPr>
            <a:r>
              <a:rPr lang="en-US" sz="2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069753" y="3214390"/>
            <a:ext cx="5004495" cy="1929705"/>
          </a:xfrm>
          <a:prstGeom prst="roundRect">
            <a:avLst>
              <a:gd name="adj" fmla="val 526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67307" y="3798540"/>
            <a:ext cx="38093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项目地址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7307" y="4265265"/>
            <a:ext cx="3809387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github.com/redseac31001-hub/my-fe-standards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my-fe-standards - AI 辅助开发平台</dc:title>
  <dc:subject>项目功能与实现介绍</dc:subject>
  <dc:creator>my-fe-standards Team</dc:creator>
  <cp:lastModifiedBy>my-fe-standards Team</cp:lastModifiedBy>
  <cp:revision>1</cp:revision>
  <dcterms:created xsi:type="dcterms:W3CDTF">2026-01-31T17:54:53Z</dcterms:created>
  <dcterms:modified xsi:type="dcterms:W3CDTF">2026-01-31T17:54:53Z</dcterms:modified>
</cp:coreProperties>
</file>